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D4FF"/>
                </a:solidFill>
              </a:rPr>
              <a:t>NorthBay Pantry</a:t>
            </a:r>
          </a:p>
          <a:p>
            <a:pPr algn="ctr"/>
            <a:r>
              <a:rPr sz="5200" b="1">
                <a:solidFill>
                  <a:srgbClr val="00D4FF"/>
                </a:solidFill>
              </a:rPr>
              <a:t>Enterprise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Designing an Enterprise Data Platform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8EAED"/>
                </a:solidFill>
              </a:rPr>
              <a:t>DSCI 504  ·  UBA MADS  ·  Ahmad Var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The Problem — $1.4B in Revenue, Zero Data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8EAED"/>
                </a:solidFill>
              </a:rPr>
              <a:t>160 stores across US + UK  ·  E-commerce  ·  Pantry Box meal-kit  ·  PantryPlus loyalty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10 data sources: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  • Some streaming at 80,000 events/minute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  • Some nightly CSV files with garbled headers and encoding issues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  • Some WAV audio files from 250 hours/day of customer support calls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Finance can't see revenue until spreadsheets are emailed each morning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Customer Success doesn't know a caller's order history when they pick up the phone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Data Science can't train models — no consistent, centralized data access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→  This is a greenfield build at $1.4B enterprise scale. No data warehouse. No data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Design Philosophy — Match Tool to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8EAED"/>
                </a:solidFill>
              </a:rPr>
              <a:t>A single database cannot serve real-time streaming, sub-second dashboards, and 5-year model training simultaneously.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Three questions drove every design decision: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  1.  What is the shape of the data?       Structured / semi-structured / binary (audio, HTML)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  2.  What is the access pattern?          Streaming / batch / sub-second online lookup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  3.  Who owns the data and who can see it?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Engineering decisions are principled — not arbitrary.</a:t>
            </a:r>
          </a:p>
          <a:p>
            <a:pPr algn="l"/>
            <a:r>
              <a:rPr sz="1700" b="0">
                <a:solidFill>
                  <a:srgbClr val="E8EAED"/>
                </a:solidFill>
              </a:rPr>
              <a:t>Every technology choice traces back to one of these three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D1 — Reference Architecture: Bronze → Silver →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  10 Sources  →  Ingestion Layer  →  Bronze (GCS)  →  Silver (BigQuery)  →  Gold (BigQuery)  →  Consumers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                    ↑                  ↑                    ↑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               Raw, immutable     Cleaned, validated    Business-ready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               never modified     bad rows quarantined   role-gated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Bronze (GCS)          Raw files, forever. The recovery layer — any downstream bug is fixed by reprocessing from here.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Silver (BigQuery)     dbt cleans, validates, deduplicates. Entity resolution produces one customer_uuid per person.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Gold (BigQuery)       Finance, Marketing, and Data Science query here. Access enforced by role.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Feature Store         Feast + Redis — ML features served in &lt;5ms to meet the Customer Success 2-second SLA.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Orchestration:  Apache Airflow (batch pipelines)  +  Apache Kafka (streaming events)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D2 — Ingestion: 10 Sources, 3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STREAMING (real-time)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Sources:  OLTP PostgreSQL (CDC), Mobile App Events, MongoDB Change Streams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Tool:     Debezium → Kafka → Kafka Connect → Bronze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BATCH (scheduled)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Sources:  Store POS CSV/SFTP (160 stores), Salesforce, PantryPlus Loyalty, 4 Marketing Platforms, Supplier EDI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Tool:     Apache Airflow — one DAG per source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EVENT-DRIVEN (continuous)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Sources:  Customer Support Call WAV files (~250 hrs/day)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Tool:     S3 event → SQS → Lambda → AWS Transcribe → BigQuery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KEY DESIGN DECISIONS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Fault isolation on POS     One Airflow task per store. One broken CSV → quarantine + alert. 159 stores continue unaffected.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Idempotency everywhere     Bronze partitioned by source/YYYY/MM/DD/run_id — re-runs overwrite the same partition, never double-count.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Rate limiting              PantryPlus API capped at 60 req/min via token-bucket limiter built into the Airflow operator.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D3 — Storage Architecture: Right Tool for the Right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GCS / S3               Raw files, WAV audio, scraped HTML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Cheapest $/GB · no schema enforcement · handles any binary format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Apache Kafka           In-flight events from OLTP, Mobile App, MongoDB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Decouples producers from consumers · replay on failure · Schema Registry enforces Avro contracts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BigQuery (Silver/Gold) Cleaned tables, dashboards, all analytical queries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Columnar · TB-scale · sub-second aggregations · native dbt integration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Feast + Redis          Online ML feature store — &lt;5ms feature lookup for Customer Success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                     BigQuery's ~1–3 sec query latency violates the 2-second SLA. Redis solves it.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Feast + BigQuery       Offline ML feature store — full history for training churn, demand forecast, recommender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"Why not one system?"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BigQuery can't store WAV files.  S3 can't answer SELECT SUM(revenue) GROUP BY store in milliseconds.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Redis exists for one specific reason: to serve a single SLA that BigQuery cannot meet.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D4 — Curation: The Customer Identity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Same person — 6 different records across 6 systems: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"ahmad.var@gmail.com"   in OLTP PostgreSQL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"AHMAD VAR" + phone     in Salesforce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"ahmadvar@gmail.com"    in PantryPlus loyalty (typo variant)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Device ID only          in Mobile App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Hashed email            in Marketing platforms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Username (pseudonymous) in Customer Reviews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Entity Resolution Pipeline: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1  Deterministic pass     Exact match on normalized email → lower().strip() → same customer, guaranteed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2  Probabilistic pass     Splink scoring: name + phone Soundex + address zip ≥ 0.85 → merge candidate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3  Golden record          One customer_uuid (UUID v4) written to golden_customer_master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4  Survivorship rule      Most recently updated non-null field wins · OLTP email is canonical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Also: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golden_product_master     MongoDB is system of record · flattens nested attrs · standardizes FALCPA allergen codes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All amounts → USD         Daily ECB rate · original currency stored alongside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All timestamps → UTC      Display timezone applied at the query/API layer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D5 — Data Quality: Bad Data Has a Home, But Not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Schema conformance             Bronze  ·  Great Expectations       → Quarantine file  ·  Slack #data-alerts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Null rate on required fields   Silver  ·  dbt not_null             → Block Silver load  ·  PagerDuty P2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Duplicate primary keys         Silver  ·  dbt unique               → Block load  ·  alert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Row count ±20% vs prior day    Silver  ·  dbt custom               → PagerDuty P1 if Finance table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Referential integrity (FK)     Silver  ·  dbt relationships        → Log violation  ·  do not block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PII in non-PII table           Gold    ·  GE custom expectation    → Block  + incident ticket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Finance table immutability     Gold    ·  audit trigger            → Block  +  SOX violation alert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Freshness SLA miss             Gold    ·  Airflow SLA callback     → PagerDuty P1 if 7AM Finance miss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Quarantined rows land in bq_quarantine with reason code + timestamp.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Never deleted — reviewed weekly by data stewards.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Results surfaced in DataHub data quality dashboard, visible to all owners and stewards.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D6 + D7 — Catalog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DataHub (open-source catalog)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Every column tagged:  domain · sensitivity (public / internal / confidential / restricted) · pii · source_system · owner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Source-to-Gold lineage auto-ingested from dbt — full column-level lineage without manual effort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PII tags flow: dbt meta:{pii:true} → DataHub → BigQuery column-level policy tag enforcement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Governance — 3 Roles, Clear Accountability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Data Owner (VP)               Accountable for accuracy and access policy for their domain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Data Steward (Analyst)        Reviews quarantine queue · approves schema change requests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Data Custodian (Data Eng)     Implements access controls · runs and monitors pipelines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RACI Highlight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golden_customer_master    Owner: VP Customer Success  |  Steward: CS Analyst    |  Legal: Consulted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finance_daily_revenue     Owner: CFO                  |  Steward: Finance        |  Legal: Informed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stg_call_transcripts      Owner: VP Customer Success  |  Steward: CS Analyst    |  Legal: ACCOUNTABLE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Voice recordings are the only dataset where Legal is Accountable — not just Informed.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D8 — Security and Compliance: Two Frameworks, One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</a:rPr>
              <a:t>Access Controls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BigQuery column-level policy tags:  call transcripts readable only by role:customer_success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AES-256 at rest on all GCS + BigQuery  ·  WAV files use CMEK (customer-managed keys)  ·  TLS 1.3 in transit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Cloud Audit Logs retained 7 years (SOX)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SOX tables (finance_daily_revenue): append-only · no UPDATE/DELETE · change-controlled via dbt PR approval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GDPR Right-to-Erasure Runbook — target 5 business days, hard limit 30 days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1  Look up customer_uuid in golden_customer_master using email or phone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2  DataHub lineage API → lists every table containing customer_uuid FK — in seconds, not hours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3  Erasure dbt macro: nullify PII columns in Silver → [ERASED-{date}]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4  Delete WAV files + transcripts from S3/BigQuery using call UUID index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5  Submit deletion requests to Salesforce API + PantryPlus SaaS vendor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6  Bronze: PII stays (immutable raw) — permissible under GDPR audit exception · encrypted + access-restricted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7  Log completion in gdpr_erasure_log · notify customer within 30-day SLA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The DataHub lineage answer to "find every row about customer X" takes seconds, not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D9 — Monitoring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</a:rPr>
              <a:t>Pipeline SLAs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Finance daily revenue     Available by 07:00 ET         P1 — page on-call immediately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Store POS ingestion       Complete by 05:00 ET          P1 — Finance SLA depends on it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Silver refresh            Complete by 06:00 ET          P1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Customer 360 lookup       &lt; 2 sec response              P2 — page within 15 min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Loyalty / Marketing       Complete by 09:00 ET          P2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Alerting Chain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Airflow SLA miss callback  →  PagerDuty (P1 or P2)  →  On-call data engineer  →  Slack #data-incidents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On-call: Weekly rotation among 3 engineers. Each DAG has a runbook_url tag — one click to the runbook.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Key Metrics (Airflow + Datadog)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DAG success rate · Bronze→Silver lag (minutes) · quarantine rate per source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  Kafka consumer lag · BigQuery slot utilization + cost per DAG · Gold table freshness</a:t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E8EAED"/>
                </a:solidFill>
              </a:rPr>
              <a:t>Cost tagging on every job: team / source_system / environment / dag_id → monthly VP-level cost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D10 — Sample Artifacts: The Design Is Backed by Working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</a:rPr>
              <a:t>artifacts/dags/pos_ingestion_dag.py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Per-store fault isolation via try/except — one broken file cannot stop the other 159 stores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chardet for encoding detection · quarantine bucket + Slack alert on failure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artifacts/dbt/stg_pos_transactions.sql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Bronze → Silver transformation: SAFE_CAST on every column · dedup via row_number()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Incremental MERGE on natural key — guarantees idempotency on any re-run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artifacts/great_expectations/pos_suite.py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DQ checks: nulls on required fields · unique transaction IDs · revenue in valid range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Row count freshness check — fails if today's batch is missing entirely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artifacts/dags/alert_callback.py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SLA miss callback: fires PagerDuty P1 payload + posts to Slack #data-incidents automatically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  Includes last-success timestamp in the alert so on-call engineer has immediate context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Each artifact demonstrates a different layer of the platform.</a:t>
            </a:r>
          </a:p>
          <a:p>
            <a:pPr algn="l"/>
            <a:r>
              <a:rPr sz="1500" b="0">
                <a:solidFill>
                  <a:srgbClr val="E8EAED"/>
                </a:solidFill>
              </a:rPr>
              <a:t>The per-store try/except in the DAG is the most readable illustration of fault isolation.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D11 — Cost and Risk: ~$20K–$33K/month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</a:rPr>
              <a:t>Component                      Monthly Estimate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BigQuery (storage + queries)   $4,000 – $8,000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GCS / S3 (Bronze + audio)      $2,000 – $3,500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Kafka (Confluent Cloud)        $3,000 – $5,000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Airflow (Cloud Composer)       $2,000 – $3,000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AWS Transcribe (250 hrs/day)   $8,000 – $12,000   ← DOMINANT COST (40% of total)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DataHub + Redis                $1,000 – $2,000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TOTAL                          ~$20,000 – $33,500/month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Mitigation: Transcribe only escalated calls → reduce audio cost by ~60%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Top 3 Risks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HIGH / HIGH          POS schema drift breaks Silver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                    → Schema evolution tests in CI · unknown columns quarantined on arrival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MEDIUM / MEDIUM      Kafka consumer lag during mobile event spike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                    → Auto-scaling consumer group · 7-day topic retention for replay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LOW / CRITICAL       GDPR erasure misses a table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                    → DataHub lineage + quarterly erasure drill + Legal audit of erasure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8 Concrete Questions —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</a:rPr>
              <a:t>1   How does data flow from each source?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D2 ingestion table — 3 patterns, 10 sources, specific tool per source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2   Where does each dataset live and why?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D3 storage table — each system exists because no other system can do its job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3   How do you prevent double-counting on re-runs?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Bronze overwrite partitions (source/YYYY/MM/DD/run_id) + Silver MERGE on natural key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4   How do you identify one customer across 10 sources?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customer_uuid via deterministic email match first, then Splink probabilistic scoring (≥0.85)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5   How do you find every row about customer X in under one hour for GDPR?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DataHub lineage API lists all tables with customer_uuid FK in seconds → erasure macro runs in minutes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6   Which datasets are most sensitive and how is access controlled?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Support call transcripts (Restricted) + customer PII (Confidential) — BigQuery column-level policy tags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7   If Finance dashboard is missing at 7 AM — what happens?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Airflow SLA miss callback → PagerDuty P1 → on-call engineer with runbook URL in the alert body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8   What would this cost to run?</a:t>
            </a:r>
          </a:p>
          <a:p>
            <a:pPr algn="l"/>
            <a:r>
              <a:rPr sz="1600" b="0">
                <a:solidFill>
                  <a:srgbClr val="E8EAED"/>
                </a:solidFill>
              </a:rPr>
              <a:t>    ~$20K–$33K/month · audio transcription is the cost lever (40% of total, reducible by ~60%)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Architecture Recap —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</a:rPr>
              <a:t>  10 Sources  →  Ingestion Layer  →  Bronze (GCS)  →  Silver (BigQuery)  →  Gold (BigQuery)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     |                   |                 |                  |                   |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Kafka path          Airflow path       Raw files          dbt models          Business tables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(streaming)          (batch)           immutable        + Great Exp.         Finance · Mktg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OLTP, Mobile,       POS, EDI,          forever          quarantine bad         DS queries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MongoDB             Salesforce                           rows, never delete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     |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Transcribe path                                                           Feature Store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(audio events)                                                            Feast + Redis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WAV → S3 → Lambda                                                          &lt;5ms online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 → AWS Transcribe                                                            lookup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Key paths: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Real-time events  →  Kafka  →  Kafka Connect  →  Bronze  →  Silver streaming model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Daily batches     →  Airflow DAGs (one per source)  →  Bronze  →  dbt Silver  →  Gold</a:t>
            </a:r>
          </a:p>
          <a:p>
            <a:pPr algn="l"/>
            <a:r>
              <a:rPr sz="1300" b="0">
                <a:solidFill>
                  <a:srgbClr val="E8EAED"/>
                </a:solidFill>
              </a:rPr>
              <a:t>  Audio calls       →  S3 event trigger  →  Lambda  →  AWS Transcribe  →  BigQuery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NorthBay — From Zero Infrastructure to Enterprise-Grade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8EAED"/>
                </a:solidFill>
              </a:rPr>
              <a:t>  ✓  10 sources ingested reliably and idempotently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  ✓  One trusted customer identity across all systems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  ✓  Finance gets their 7 AM dashboard — automated runbook fires if it's ever late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  ✓  Data Science has a feature store with sub-millisecond online serving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  ✓  Legal has a GDPR runbook that completes in 5 business days, not weeks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  ✓  ~$20K–$33K/month — with a clear cost lever on audio transcription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Every design decision is auditable.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Every dataset has an owner.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Every alert has a runbook.</a:t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/>
            </a:r>
          </a:p>
          <a:p>
            <a:pPr algn="l"/>
            <a:r>
              <a:rPr sz="1900" b="0">
                <a:solidFill>
                  <a:srgbClr val="E8EAED"/>
                </a:solidFill>
              </a:rPr>
              <a:t>The platform is not just built — it's operable.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